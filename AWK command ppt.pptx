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72" r:id="rId13"/>
    <p:sldId id="273" r:id="rId14"/>
    <p:sldId id="269" r:id="rId15"/>
    <p:sldId id="270" r:id="rId16"/>
    <p:sldId id="274" r:id="rId17"/>
    <p:sldId id="271" r:id="rId18"/>
    <p:sldId id="26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56" y="6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AEBDDA-CC43-415B-B1FD-FB920468075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D1A2D8B-A485-444A-A047-BD9C83F966FF}">
      <dgm:prSet/>
      <dgm:spPr/>
      <dgm:t>
        <a:bodyPr/>
        <a:lstStyle/>
        <a:p>
          <a:r>
            <a:rPr lang="en-IN"/>
            <a:t>AWK command in UNIX</a:t>
          </a:r>
          <a:endParaRPr lang="en-US"/>
        </a:p>
      </dgm:t>
    </dgm:pt>
    <dgm:pt modelId="{5246816E-A3C2-476E-8FB7-BCFFCA892EFB}" type="parTrans" cxnId="{BDF3300F-D74C-433B-925F-5D729F4BEE79}">
      <dgm:prSet/>
      <dgm:spPr/>
      <dgm:t>
        <a:bodyPr/>
        <a:lstStyle/>
        <a:p>
          <a:endParaRPr lang="en-US"/>
        </a:p>
      </dgm:t>
    </dgm:pt>
    <dgm:pt modelId="{C9D0900B-6BAD-44DD-8F39-D8938187DB85}" type="sibTrans" cxnId="{BDF3300F-D74C-433B-925F-5D729F4BEE79}">
      <dgm:prSet/>
      <dgm:spPr/>
      <dgm:t>
        <a:bodyPr/>
        <a:lstStyle/>
        <a:p>
          <a:endParaRPr lang="en-US"/>
        </a:p>
      </dgm:t>
    </dgm:pt>
    <dgm:pt modelId="{24360361-D64B-49DB-AB35-402087956BCB}">
      <dgm:prSet/>
      <dgm:spPr/>
      <dgm:t>
        <a:bodyPr/>
        <a:lstStyle/>
        <a:p>
          <a:r>
            <a:rPr lang="en-IN"/>
            <a:t>When to use awk command </a:t>
          </a:r>
          <a:endParaRPr lang="en-US"/>
        </a:p>
      </dgm:t>
    </dgm:pt>
    <dgm:pt modelId="{491450CA-FB99-4018-87CB-BFB455C699B8}" type="parTrans" cxnId="{B64E3C70-F8E8-47D5-9FA0-234115D64A3C}">
      <dgm:prSet/>
      <dgm:spPr/>
      <dgm:t>
        <a:bodyPr/>
        <a:lstStyle/>
        <a:p>
          <a:endParaRPr lang="en-US"/>
        </a:p>
      </dgm:t>
    </dgm:pt>
    <dgm:pt modelId="{E77ABDAD-80C1-4135-BBDA-6707186760EA}" type="sibTrans" cxnId="{B64E3C70-F8E8-47D5-9FA0-234115D64A3C}">
      <dgm:prSet/>
      <dgm:spPr/>
      <dgm:t>
        <a:bodyPr/>
        <a:lstStyle/>
        <a:p>
          <a:endParaRPr lang="en-US"/>
        </a:p>
      </dgm:t>
    </dgm:pt>
    <dgm:pt modelId="{2AA7D176-45C8-41DE-A745-269656F7A47C}">
      <dgm:prSet/>
      <dgm:spPr/>
      <dgm:t>
        <a:bodyPr/>
        <a:lstStyle/>
        <a:p>
          <a:r>
            <a:rPr lang="en-IN" dirty="0"/>
            <a:t>When you have column specific data in your file you can use awk command to manipulate the data.</a:t>
          </a:r>
          <a:endParaRPr lang="en-US" dirty="0"/>
        </a:p>
      </dgm:t>
    </dgm:pt>
    <dgm:pt modelId="{9582ACC0-4259-45D3-9BF6-E100D1DFD1A8}" type="parTrans" cxnId="{1B78AF12-DFF4-4DE7-B5A6-D86F04C3D406}">
      <dgm:prSet/>
      <dgm:spPr/>
      <dgm:t>
        <a:bodyPr/>
        <a:lstStyle/>
        <a:p>
          <a:endParaRPr lang="en-US"/>
        </a:p>
      </dgm:t>
    </dgm:pt>
    <dgm:pt modelId="{7FE74845-890D-4986-AB85-284F23AAED01}" type="sibTrans" cxnId="{1B78AF12-DFF4-4DE7-B5A6-D86F04C3D406}">
      <dgm:prSet/>
      <dgm:spPr/>
      <dgm:t>
        <a:bodyPr/>
        <a:lstStyle/>
        <a:p>
          <a:endParaRPr lang="en-US"/>
        </a:p>
      </dgm:t>
    </dgm:pt>
    <dgm:pt modelId="{D465EBDE-74EF-4478-AEFC-891E88EE4DDF}" type="pres">
      <dgm:prSet presAssocID="{A6AEBDDA-CC43-415B-B1FD-FB920468075B}" presName="outerComposite" presStyleCnt="0">
        <dgm:presLayoutVars>
          <dgm:chMax val="5"/>
          <dgm:dir/>
          <dgm:resizeHandles val="exact"/>
        </dgm:presLayoutVars>
      </dgm:prSet>
      <dgm:spPr/>
    </dgm:pt>
    <dgm:pt modelId="{C80F5C2F-E740-446A-80D0-C23ACB13D359}" type="pres">
      <dgm:prSet presAssocID="{A6AEBDDA-CC43-415B-B1FD-FB920468075B}" presName="dummyMaxCanvas" presStyleCnt="0">
        <dgm:presLayoutVars/>
      </dgm:prSet>
      <dgm:spPr/>
    </dgm:pt>
    <dgm:pt modelId="{C6F556EA-CE57-4CD9-983B-6E4F3BD5B55D}" type="pres">
      <dgm:prSet presAssocID="{A6AEBDDA-CC43-415B-B1FD-FB920468075B}" presName="ThreeNodes_1" presStyleLbl="node1" presStyleIdx="0" presStyleCnt="3">
        <dgm:presLayoutVars>
          <dgm:bulletEnabled val="1"/>
        </dgm:presLayoutVars>
      </dgm:prSet>
      <dgm:spPr/>
    </dgm:pt>
    <dgm:pt modelId="{DA18EEF0-7FAC-484E-944F-BEDDD28516A5}" type="pres">
      <dgm:prSet presAssocID="{A6AEBDDA-CC43-415B-B1FD-FB920468075B}" presName="ThreeNodes_2" presStyleLbl="node1" presStyleIdx="1" presStyleCnt="3">
        <dgm:presLayoutVars>
          <dgm:bulletEnabled val="1"/>
        </dgm:presLayoutVars>
      </dgm:prSet>
      <dgm:spPr/>
    </dgm:pt>
    <dgm:pt modelId="{D6D4B92E-AC10-48DA-ADED-6358E9D3229A}" type="pres">
      <dgm:prSet presAssocID="{A6AEBDDA-CC43-415B-B1FD-FB920468075B}" presName="ThreeNodes_3" presStyleLbl="node1" presStyleIdx="2" presStyleCnt="3">
        <dgm:presLayoutVars>
          <dgm:bulletEnabled val="1"/>
        </dgm:presLayoutVars>
      </dgm:prSet>
      <dgm:spPr/>
    </dgm:pt>
    <dgm:pt modelId="{3B066A66-8B1A-45A5-8A37-12B8CC199F34}" type="pres">
      <dgm:prSet presAssocID="{A6AEBDDA-CC43-415B-B1FD-FB920468075B}" presName="ThreeConn_1-2" presStyleLbl="fgAccFollowNode1" presStyleIdx="0" presStyleCnt="2">
        <dgm:presLayoutVars>
          <dgm:bulletEnabled val="1"/>
        </dgm:presLayoutVars>
      </dgm:prSet>
      <dgm:spPr/>
    </dgm:pt>
    <dgm:pt modelId="{E27165F7-AA8A-4398-891E-F80B1315392F}" type="pres">
      <dgm:prSet presAssocID="{A6AEBDDA-CC43-415B-B1FD-FB920468075B}" presName="ThreeConn_2-3" presStyleLbl="fgAccFollowNode1" presStyleIdx="1" presStyleCnt="2">
        <dgm:presLayoutVars>
          <dgm:bulletEnabled val="1"/>
        </dgm:presLayoutVars>
      </dgm:prSet>
      <dgm:spPr/>
    </dgm:pt>
    <dgm:pt modelId="{93688B99-11B3-4479-A11B-DE9311E382BD}" type="pres">
      <dgm:prSet presAssocID="{A6AEBDDA-CC43-415B-B1FD-FB920468075B}" presName="ThreeNodes_1_text" presStyleLbl="node1" presStyleIdx="2" presStyleCnt="3">
        <dgm:presLayoutVars>
          <dgm:bulletEnabled val="1"/>
        </dgm:presLayoutVars>
      </dgm:prSet>
      <dgm:spPr/>
    </dgm:pt>
    <dgm:pt modelId="{2C092A56-0CA2-42BC-9AA8-711917F67954}" type="pres">
      <dgm:prSet presAssocID="{A6AEBDDA-CC43-415B-B1FD-FB920468075B}" presName="ThreeNodes_2_text" presStyleLbl="node1" presStyleIdx="2" presStyleCnt="3">
        <dgm:presLayoutVars>
          <dgm:bulletEnabled val="1"/>
        </dgm:presLayoutVars>
      </dgm:prSet>
      <dgm:spPr/>
    </dgm:pt>
    <dgm:pt modelId="{BFD928C3-A0E5-4C91-9D01-8E8BE7F5288B}" type="pres">
      <dgm:prSet presAssocID="{A6AEBDDA-CC43-415B-B1FD-FB920468075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EB657200-3B37-4C3A-92C8-FE136F3DFD3A}" type="presOf" srcId="{2AA7D176-45C8-41DE-A745-269656F7A47C}" destId="{BFD928C3-A0E5-4C91-9D01-8E8BE7F5288B}" srcOrd="1" destOrd="0" presId="urn:microsoft.com/office/officeart/2005/8/layout/vProcess5"/>
    <dgm:cxn modelId="{BDF3300F-D74C-433B-925F-5D729F4BEE79}" srcId="{A6AEBDDA-CC43-415B-B1FD-FB920468075B}" destId="{AD1A2D8B-A485-444A-A047-BD9C83F966FF}" srcOrd="0" destOrd="0" parTransId="{5246816E-A3C2-476E-8FB7-BCFFCA892EFB}" sibTransId="{C9D0900B-6BAD-44DD-8F39-D8938187DB85}"/>
    <dgm:cxn modelId="{1B78AF12-DFF4-4DE7-B5A6-D86F04C3D406}" srcId="{A6AEBDDA-CC43-415B-B1FD-FB920468075B}" destId="{2AA7D176-45C8-41DE-A745-269656F7A47C}" srcOrd="2" destOrd="0" parTransId="{9582ACC0-4259-45D3-9BF6-E100D1DFD1A8}" sibTransId="{7FE74845-890D-4986-AB85-284F23AAED01}"/>
    <dgm:cxn modelId="{B141A829-41A2-496F-8E16-8DEF3456BE49}" type="presOf" srcId="{AD1A2D8B-A485-444A-A047-BD9C83F966FF}" destId="{93688B99-11B3-4479-A11B-DE9311E382BD}" srcOrd="1" destOrd="0" presId="urn:microsoft.com/office/officeart/2005/8/layout/vProcess5"/>
    <dgm:cxn modelId="{4A06F961-8072-46B1-B247-32155F12F537}" type="presOf" srcId="{C9D0900B-6BAD-44DD-8F39-D8938187DB85}" destId="{3B066A66-8B1A-45A5-8A37-12B8CC199F34}" srcOrd="0" destOrd="0" presId="urn:microsoft.com/office/officeart/2005/8/layout/vProcess5"/>
    <dgm:cxn modelId="{B64E3C70-F8E8-47D5-9FA0-234115D64A3C}" srcId="{A6AEBDDA-CC43-415B-B1FD-FB920468075B}" destId="{24360361-D64B-49DB-AB35-402087956BCB}" srcOrd="1" destOrd="0" parTransId="{491450CA-FB99-4018-87CB-BFB455C699B8}" sibTransId="{E77ABDAD-80C1-4135-BBDA-6707186760EA}"/>
    <dgm:cxn modelId="{C2D20F59-6084-4DEB-AA84-6FCEA75D0C1B}" type="presOf" srcId="{24360361-D64B-49DB-AB35-402087956BCB}" destId="{DA18EEF0-7FAC-484E-944F-BEDDD28516A5}" srcOrd="0" destOrd="0" presId="urn:microsoft.com/office/officeart/2005/8/layout/vProcess5"/>
    <dgm:cxn modelId="{CBD8E884-664A-4339-968E-8DD3CA81A7FD}" type="presOf" srcId="{A6AEBDDA-CC43-415B-B1FD-FB920468075B}" destId="{D465EBDE-74EF-4478-AEFC-891E88EE4DDF}" srcOrd="0" destOrd="0" presId="urn:microsoft.com/office/officeart/2005/8/layout/vProcess5"/>
    <dgm:cxn modelId="{D30AD8C6-9E91-42BD-A9CB-590B32143C40}" type="presOf" srcId="{24360361-D64B-49DB-AB35-402087956BCB}" destId="{2C092A56-0CA2-42BC-9AA8-711917F67954}" srcOrd="1" destOrd="0" presId="urn:microsoft.com/office/officeart/2005/8/layout/vProcess5"/>
    <dgm:cxn modelId="{B4E8C9CD-A4F1-45D5-881D-ED27F6DC73CF}" type="presOf" srcId="{AD1A2D8B-A485-444A-A047-BD9C83F966FF}" destId="{C6F556EA-CE57-4CD9-983B-6E4F3BD5B55D}" srcOrd="0" destOrd="0" presId="urn:microsoft.com/office/officeart/2005/8/layout/vProcess5"/>
    <dgm:cxn modelId="{D2A416EA-36A1-47D8-B457-05DA17C5BAEC}" type="presOf" srcId="{2AA7D176-45C8-41DE-A745-269656F7A47C}" destId="{D6D4B92E-AC10-48DA-ADED-6358E9D3229A}" srcOrd="0" destOrd="0" presId="urn:microsoft.com/office/officeart/2005/8/layout/vProcess5"/>
    <dgm:cxn modelId="{AFE62AEF-1DFD-4A27-8BBD-40C3CB930E32}" type="presOf" srcId="{E77ABDAD-80C1-4135-BBDA-6707186760EA}" destId="{E27165F7-AA8A-4398-891E-F80B1315392F}" srcOrd="0" destOrd="0" presId="urn:microsoft.com/office/officeart/2005/8/layout/vProcess5"/>
    <dgm:cxn modelId="{0DE15291-C50E-4DF2-8BD6-A0B64EF08975}" type="presParOf" srcId="{D465EBDE-74EF-4478-AEFC-891E88EE4DDF}" destId="{C80F5C2F-E740-446A-80D0-C23ACB13D359}" srcOrd="0" destOrd="0" presId="urn:microsoft.com/office/officeart/2005/8/layout/vProcess5"/>
    <dgm:cxn modelId="{89668CE4-C18A-49DC-B001-E7E013368446}" type="presParOf" srcId="{D465EBDE-74EF-4478-AEFC-891E88EE4DDF}" destId="{C6F556EA-CE57-4CD9-983B-6E4F3BD5B55D}" srcOrd="1" destOrd="0" presId="urn:microsoft.com/office/officeart/2005/8/layout/vProcess5"/>
    <dgm:cxn modelId="{C49FC1B4-4721-42FC-8EB2-A589470F7F6D}" type="presParOf" srcId="{D465EBDE-74EF-4478-AEFC-891E88EE4DDF}" destId="{DA18EEF0-7FAC-484E-944F-BEDDD28516A5}" srcOrd="2" destOrd="0" presId="urn:microsoft.com/office/officeart/2005/8/layout/vProcess5"/>
    <dgm:cxn modelId="{FF441334-0C85-4021-ABF7-4B8EF35E499B}" type="presParOf" srcId="{D465EBDE-74EF-4478-AEFC-891E88EE4DDF}" destId="{D6D4B92E-AC10-48DA-ADED-6358E9D3229A}" srcOrd="3" destOrd="0" presId="urn:microsoft.com/office/officeart/2005/8/layout/vProcess5"/>
    <dgm:cxn modelId="{C48A9845-6F24-4162-AD99-6805C9DF9E4A}" type="presParOf" srcId="{D465EBDE-74EF-4478-AEFC-891E88EE4DDF}" destId="{3B066A66-8B1A-45A5-8A37-12B8CC199F34}" srcOrd="4" destOrd="0" presId="urn:microsoft.com/office/officeart/2005/8/layout/vProcess5"/>
    <dgm:cxn modelId="{77BCDCFE-EA7B-41E0-9073-89569B2E496F}" type="presParOf" srcId="{D465EBDE-74EF-4478-AEFC-891E88EE4DDF}" destId="{E27165F7-AA8A-4398-891E-F80B1315392F}" srcOrd="5" destOrd="0" presId="urn:microsoft.com/office/officeart/2005/8/layout/vProcess5"/>
    <dgm:cxn modelId="{AE8C7214-3CF5-4AC1-9381-49C31544E36E}" type="presParOf" srcId="{D465EBDE-74EF-4478-AEFC-891E88EE4DDF}" destId="{93688B99-11B3-4479-A11B-DE9311E382BD}" srcOrd="6" destOrd="0" presId="urn:microsoft.com/office/officeart/2005/8/layout/vProcess5"/>
    <dgm:cxn modelId="{FA8A2C4D-A55E-4918-908F-04FD75E0CF5D}" type="presParOf" srcId="{D465EBDE-74EF-4478-AEFC-891E88EE4DDF}" destId="{2C092A56-0CA2-42BC-9AA8-711917F67954}" srcOrd="7" destOrd="0" presId="urn:microsoft.com/office/officeart/2005/8/layout/vProcess5"/>
    <dgm:cxn modelId="{6B4F2248-0A87-448F-9D77-3EFEF3B96763}" type="presParOf" srcId="{D465EBDE-74EF-4478-AEFC-891E88EE4DDF}" destId="{BFD928C3-A0E5-4C91-9D01-8E8BE7F5288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F556EA-CE57-4CD9-983B-6E4F3BD5B55D}">
      <dsp:nvSpPr>
        <dsp:cNvPr id="0" name=""/>
        <dsp:cNvSpPr/>
      </dsp:nvSpPr>
      <dsp:spPr>
        <a:xfrm>
          <a:off x="0" y="0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AWK command in UNIX</a:t>
          </a:r>
          <a:endParaRPr lang="en-US" sz="2400" kern="1200"/>
        </a:p>
      </dsp:txBody>
      <dsp:txXfrm>
        <a:off x="35968" y="35968"/>
        <a:ext cx="6850257" cy="1156108"/>
      </dsp:txXfrm>
    </dsp:sp>
    <dsp:sp modelId="{DA18EEF0-7FAC-484E-944F-BEDDD28516A5}">
      <dsp:nvSpPr>
        <dsp:cNvPr id="0" name=""/>
        <dsp:cNvSpPr/>
      </dsp:nvSpPr>
      <dsp:spPr>
        <a:xfrm>
          <a:off x="721359" y="1432718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When to use awk command </a:t>
          </a:r>
          <a:endParaRPr lang="en-US" sz="2400" kern="1200"/>
        </a:p>
      </dsp:txBody>
      <dsp:txXfrm>
        <a:off x="757327" y="1468686"/>
        <a:ext cx="6583888" cy="1156108"/>
      </dsp:txXfrm>
    </dsp:sp>
    <dsp:sp modelId="{D6D4B92E-AC10-48DA-ADED-6358E9D3229A}">
      <dsp:nvSpPr>
        <dsp:cNvPr id="0" name=""/>
        <dsp:cNvSpPr/>
      </dsp:nvSpPr>
      <dsp:spPr>
        <a:xfrm>
          <a:off x="1442719" y="2865437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When you have column specific data in your file you can use awk command to manipulate the data.</a:t>
          </a:r>
          <a:endParaRPr lang="en-US" sz="2400" kern="1200" dirty="0"/>
        </a:p>
      </dsp:txBody>
      <dsp:txXfrm>
        <a:off x="1478687" y="2901405"/>
        <a:ext cx="6583888" cy="1156108"/>
      </dsp:txXfrm>
    </dsp:sp>
    <dsp:sp modelId="{3B066A66-8B1A-45A5-8A37-12B8CC199F34}">
      <dsp:nvSpPr>
        <dsp:cNvPr id="0" name=""/>
        <dsp:cNvSpPr/>
      </dsp:nvSpPr>
      <dsp:spPr>
        <a:xfrm>
          <a:off x="7377184" y="931267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556785" y="931267"/>
        <a:ext cx="439026" cy="600667"/>
      </dsp:txXfrm>
    </dsp:sp>
    <dsp:sp modelId="{E27165F7-AA8A-4398-891E-F80B1315392F}">
      <dsp:nvSpPr>
        <dsp:cNvPr id="0" name=""/>
        <dsp:cNvSpPr/>
      </dsp:nvSpPr>
      <dsp:spPr>
        <a:xfrm>
          <a:off x="8098544" y="2355798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278145" y="2355798"/>
        <a:ext cx="439026" cy="6006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4" name="TextBox 1">
            <a:extLst>
              <a:ext uri="{FF2B5EF4-FFF2-40B4-BE49-F238E27FC236}">
                <a16:creationId xmlns:a16="http://schemas.microsoft.com/office/drawing/2014/main" id="{49801CFC-07EE-7E4C-0408-CAD74D9E3B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7476647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0932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8269" y="706582"/>
            <a:ext cx="10972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AWK command in UNIX</a:t>
            </a:r>
          </a:p>
          <a:p>
            <a:endParaRPr lang="en-IN" sz="3200" dirty="0"/>
          </a:p>
          <a:p>
            <a:r>
              <a:rPr lang="en-GB" sz="3200" dirty="0"/>
              <a:t>Syntax--</a:t>
            </a:r>
          </a:p>
          <a:p>
            <a:r>
              <a:rPr lang="en-GB" sz="3200" dirty="0" err="1"/>
              <a:t>awk</a:t>
            </a:r>
            <a:r>
              <a:rPr lang="en-GB" sz="3200" dirty="0"/>
              <a:t> option  ‘</a:t>
            </a:r>
            <a:r>
              <a:rPr lang="en-GB" sz="3200" dirty="0" err="1"/>
              <a:t>selection_criteria</a:t>
            </a:r>
            <a:r>
              <a:rPr lang="en-GB" sz="3200" dirty="0"/>
              <a:t> {action}’  filename</a:t>
            </a:r>
          </a:p>
          <a:p>
            <a:endParaRPr lang="en-GB" sz="3200" dirty="0"/>
          </a:p>
          <a:p>
            <a:r>
              <a:rPr lang="en-US" sz="3200" dirty="0" err="1"/>
              <a:t>awk</a:t>
            </a:r>
            <a:r>
              <a:rPr lang="en-US" sz="3200" dirty="0"/>
              <a:t> –F “|”  ‘{print $2,$3,$6}’ emp.txt</a:t>
            </a:r>
          </a:p>
          <a:p>
            <a:endParaRPr lang="en-US" sz="3200" dirty="0"/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502207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8501" y="520577"/>
            <a:ext cx="1052668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First Requirement </a:t>
            </a:r>
            <a:r>
              <a:rPr lang="en-US" sz="3200" dirty="0">
                <a:sym typeface="Wingdings" panose="05000000000000000000" pitchFamily="2" charset="2"/>
              </a:rPr>
              <a:t> I want to print 2,3 and 6</a:t>
            </a:r>
          </a:p>
          <a:p>
            <a:r>
              <a:rPr lang="en-US" sz="3200" dirty="0">
                <a:sym typeface="Wingdings" panose="05000000000000000000" pitchFamily="2" charset="2"/>
              </a:rPr>
              <a:t>Column from my file </a:t>
            </a:r>
          </a:p>
          <a:p>
            <a:endParaRPr lang="en-US" sz="3200" dirty="0">
              <a:sym typeface="Wingdings" panose="05000000000000000000" pitchFamily="2" charset="2"/>
            </a:endParaRPr>
          </a:p>
          <a:p>
            <a:r>
              <a:rPr lang="en-US" sz="3200" dirty="0" err="1"/>
              <a:t>awk</a:t>
            </a:r>
            <a:r>
              <a:rPr lang="en-US" sz="3200" dirty="0"/>
              <a:t> –F “|”  ‘{print $2,$3,$6}’ employee.txt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26700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4771" y="606829"/>
            <a:ext cx="1015815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second requirement is want to print from 3rd line to 10th line and  want to print </a:t>
            </a:r>
          </a:p>
          <a:p>
            <a:r>
              <a:rPr lang="en-IN" sz="3200" dirty="0"/>
              <a:t>2 ,3 and 6 column.</a:t>
            </a:r>
          </a:p>
          <a:p>
            <a:endParaRPr lang="en-IN" sz="3200" dirty="0"/>
          </a:p>
          <a:p>
            <a:r>
              <a:rPr lang="en-US" sz="3200" dirty="0" err="1"/>
              <a:t>awk</a:t>
            </a:r>
            <a:r>
              <a:rPr lang="en-US" sz="3200" dirty="0"/>
              <a:t> –F “|”  ‘NR==3,NR==10{print $2,$3,$6}’ employee.txt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627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7898" y="573578"/>
            <a:ext cx="1029115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Third </a:t>
            </a:r>
            <a:r>
              <a:rPr lang="en-IN" sz="3200" dirty="0" err="1"/>
              <a:t>Requrement</a:t>
            </a:r>
            <a:r>
              <a:rPr lang="en-IN" sz="3200" dirty="0"/>
              <a:t> </a:t>
            </a:r>
            <a:r>
              <a:rPr lang="en-IN" sz="3200" dirty="0">
                <a:sym typeface="Wingdings" panose="05000000000000000000" pitchFamily="2" charset="2"/>
              </a:rPr>
              <a:t> want to print only those records who are having 8 columns</a:t>
            </a:r>
          </a:p>
          <a:p>
            <a:endParaRPr lang="en-IN" sz="3200" dirty="0">
              <a:sym typeface="Wingdings" panose="05000000000000000000" pitchFamily="2" charset="2"/>
            </a:endParaRPr>
          </a:p>
          <a:p>
            <a:r>
              <a:rPr lang="en-IN" sz="3200" dirty="0" err="1">
                <a:sym typeface="Wingdings" panose="05000000000000000000" pitchFamily="2" charset="2"/>
              </a:rPr>
              <a:t>awk</a:t>
            </a:r>
            <a:r>
              <a:rPr lang="en-IN" sz="3200" dirty="0">
                <a:sym typeface="Wingdings" panose="05000000000000000000" pitchFamily="2" charset="2"/>
              </a:rPr>
              <a:t> –F “|” ‘NF ==8{print}’ employee.txt &gt;</a:t>
            </a:r>
            <a:r>
              <a:rPr lang="en-IN" sz="3200" dirty="0" err="1">
                <a:sym typeface="Wingdings" panose="05000000000000000000" pitchFamily="2" charset="2"/>
              </a:rPr>
              <a:t>goodfile</a:t>
            </a:r>
            <a:endParaRPr lang="en-IN" sz="3200" dirty="0">
              <a:sym typeface="Wingdings" panose="05000000000000000000" pitchFamily="2" charset="2"/>
            </a:endParaRPr>
          </a:p>
          <a:p>
            <a:endParaRPr lang="en-IN" sz="3200" dirty="0">
              <a:sym typeface="Wingdings" panose="05000000000000000000" pitchFamily="2" charset="2"/>
            </a:endParaRPr>
          </a:p>
          <a:p>
            <a:r>
              <a:rPr lang="en-IN" sz="3200" dirty="0">
                <a:sym typeface="Wingdings" panose="05000000000000000000" pitchFamily="2" charset="2"/>
              </a:rPr>
              <a:t>If you only give print it will give you all the columns</a:t>
            </a:r>
          </a:p>
          <a:p>
            <a:endParaRPr lang="en-IN" sz="3200" dirty="0">
              <a:sym typeface="Wingdings" panose="05000000000000000000" pitchFamily="2" charset="2"/>
            </a:endParaRPr>
          </a:p>
          <a:p>
            <a:r>
              <a:rPr lang="en-IN" sz="3200" dirty="0">
                <a:sym typeface="Wingdings" panose="05000000000000000000" pitchFamily="2" charset="2"/>
              </a:rPr>
              <a:t>Also I can redirect the records which are having more than 8 columns</a:t>
            </a:r>
          </a:p>
          <a:p>
            <a:r>
              <a:rPr lang="en-IN" sz="3200" dirty="0" err="1">
                <a:sym typeface="Wingdings" panose="05000000000000000000" pitchFamily="2" charset="2"/>
              </a:rPr>
              <a:t>Awk</a:t>
            </a:r>
            <a:r>
              <a:rPr lang="en-IN" sz="3200" dirty="0">
                <a:sym typeface="Wingdings" panose="05000000000000000000" pitchFamily="2" charset="2"/>
              </a:rPr>
              <a:t> –F “|” ‘NF &gt;8 {print}’ employee.txt &gt;</a:t>
            </a:r>
            <a:r>
              <a:rPr lang="en-IN" sz="3200" dirty="0" err="1">
                <a:sym typeface="Wingdings" panose="05000000000000000000" pitchFamily="2" charset="2"/>
              </a:rPr>
              <a:t>badfile</a:t>
            </a:r>
            <a:r>
              <a:rPr lang="en-IN" sz="3200" dirty="0">
                <a:sym typeface="Wingdings" panose="05000000000000000000" pitchFamily="2" charset="2"/>
              </a:rPr>
              <a:t>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26920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5142" y="498764"/>
            <a:ext cx="10931236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Fourth requirement </a:t>
            </a:r>
            <a:r>
              <a:rPr lang="en-IN" sz="3200" dirty="0">
                <a:sym typeface="Wingdings" panose="05000000000000000000" pitchFamily="2" charset="2"/>
              </a:rPr>
              <a:t> want to see only some specific data </a:t>
            </a:r>
          </a:p>
          <a:p>
            <a:endParaRPr lang="en-IN" sz="3200" dirty="0">
              <a:sym typeface="Wingdings" panose="05000000000000000000" pitchFamily="2" charset="2"/>
            </a:endParaRPr>
          </a:p>
          <a:p>
            <a:r>
              <a:rPr lang="en-IN" sz="3200" dirty="0">
                <a:sym typeface="Wingdings" panose="05000000000000000000" pitchFamily="2" charset="2"/>
              </a:rPr>
              <a:t>We can achieve this pattern matching</a:t>
            </a:r>
          </a:p>
          <a:p>
            <a:endParaRPr lang="en-IN" sz="3200" dirty="0">
              <a:sym typeface="Wingdings" panose="05000000000000000000" pitchFamily="2" charset="2"/>
            </a:endParaRPr>
          </a:p>
          <a:p>
            <a:r>
              <a:rPr lang="en-IN" sz="3200" dirty="0" err="1">
                <a:sym typeface="Wingdings" panose="05000000000000000000" pitchFamily="2" charset="2"/>
              </a:rPr>
              <a:t>awk</a:t>
            </a:r>
            <a:r>
              <a:rPr lang="en-IN" sz="3200" dirty="0">
                <a:sym typeface="Wingdings" panose="05000000000000000000" pitchFamily="2" charset="2"/>
              </a:rPr>
              <a:t> –F “|” ‘$3~/HR/{print}’ employee.txt 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5248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9011" y="415636"/>
            <a:ext cx="1159625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Fifth Requirement </a:t>
            </a:r>
            <a:r>
              <a:rPr lang="en-IN" sz="3200" dirty="0">
                <a:sym typeface="Wingdings" panose="05000000000000000000" pitchFamily="2" charset="2"/>
              </a:rPr>
              <a:t>  want to see records who are having salary grater then 10,000</a:t>
            </a:r>
          </a:p>
          <a:p>
            <a:endParaRPr lang="en-IN" sz="3200" dirty="0"/>
          </a:p>
          <a:p>
            <a:r>
              <a:rPr lang="en-IN" sz="3200" dirty="0"/>
              <a:t>We can achieve this with Number comparison</a:t>
            </a:r>
          </a:p>
          <a:p>
            <a:endParaRPr lang="en-IN" sz="3200" dirty="0"/>
          </a:p>
          <a:p>
            <a:r>
              <a:rPr lang="en-IN" sz="3200" dirty="0"/>
              <a:t>awk –F “|” ‘$6 &gt;10000{print}’ emp.txt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77942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23949"/>
            <a:ext cx="112803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Sixth requirement </a:t>
            </a:r>
            <a:r>
              <a:rPr lang="en-IN" sz="3200" dirty="0">
                <a:sym typeface="Wingdings" panose="05000000000000000000" pitchFamily="2" charset="2"/>
              </a:rPr>
              <a:t> if I want to change the delimiter in my output file</a:t>
            </a:r>
          </a:p>
          <a:p>
            <a:endParaRPr lang="en-IN" sz="3200" dirty="0">
              <a:sym typeface="Wingdings" panose="05000000000000000000" pitchFamily="2" charset="2"/>
            </a:endParaRPr>
          </a:p>
          <a:p>
            <a:r>
              <a:rPr lang="en-IN" sz="3200" dirty="0">
                <a:sym typeface="Wingdings" panose="05000000000000000000" pitchFamily="2" charset="2"/>
              </a:rPr>
              <a:t>We have to use OFS built in variable </a:t>
            </a:r>
          </a:p>
          <a:p>
            <a:endParaRPr lang="en-IN" sz="3200" dirty="0">
              <a:sym typeface="Wingdings" panose="05000000000000000000" pitchFamily="2" charset="2"/>
            </a:endParaRPr>
          </a:p>
          <a:p>
            <a:r>
              <a:rPr lang="en-IN" sz="3200" dirty="0" err="1">
                <a:sym typeface="Wingdings" panose="05000000000000000000" pitchFamily="2" charset="2"/>
              </a:rPr>
              <a:t>Awk</a:t>
            </a:r>
            <a:r>
              <a:rPr lang="en-IN" sz="3200" dirty="0">
                <a:sym typeface="Wingdings" panose="05000000000000000000" pitchFamily="2" charset="2"/>
              </a:rPr>
              <a:t> –F “|” ‘{OFS =“,”} {print $1,$2,$3,$4,$5}’  emp.txt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3120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CED28-E20F-B673-F0D2-65850B22E794}"/>
              </a:ext>
            </a:extLst>
          </p:cNvPr>
          <p:cNvSpPr txBox="1"/>
          <p:nvPr/>
        </p:nvSpPr>
        <p:spPr>
          <a:xfrm>
            <a:off x="997324" y="4159187"/>
            <a:ext cx="95899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awk -F "|" '$6~/Maharashtra/ &amp;&amp; $5&lt;=30 {print}' employee.txt &gt; emp_mh</a:t>
            </a:r>
            <a:r>
              <a:rPr lang="en-IN" sz="2400"/>
              <a:t>.txt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C09E8-1CE6-9B7E-CB00-C1B7AF73ED7C}"/>
              </a:ext>
            </a:extLst>
          </p:cNvPr>
          <p:cNvSpPr txBox="1"/>
          <p:nvPr/>
        </p:nvSpPr>
        <p:spPr>
          <a:xfrm>
            <a:off x="997324" y="662952"/>
            <a:ext cx="98768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7</a:t>
            </a:r>
            <a:r>
              <a:rPr lang="en-IN" sz="2400" baseline="30000" dirty="0"/>
              <a:t>th</a:t>
            </a:r>
            <a:r>
              <a:rPr lang="en-IN" sz="2400" dirty="0"/>
              <a:t>  requirement </a:t>
            </a:r>
            <a:r>
              <a:rPr lang="en-IN" sz="2400" dirty="0">
                <a:sym typeface="Wingdings" panose="05000000000000000000" pitchFamily="2" charset="2"/>
              </a:rPr>
              <a:t> I want to see the data for Maharashtra region and along with that the age should be grater then or equal to 30 </a:t>
            </a:r>
          </a:p>
          <a:p>
            <a:endParaRPr lang="en-IN" sz="2400" dirty="0">
              <a:sym typeface="Wingdings" panose="05000000000000000000" pitchFamily="2" charset="2"/>
            </a:endParaRPr>
          </a:p>
          <a:p>
            <a:r>
              <a:rPr lang="en-IN" sz="2400" dirty="0">
                <a:sym typeface="Wingdings" panose="05000000000000000000" pitchFamily="2" charset="2"/>
              </a:rPr>
              <a:t>We can Achieve this with AND operator the way we used write in SQL</a:t>
            </a:r>
          </a:p>
          <a:p>
            <a:endParaRPr lang="en-IN" sz="2400" dirty="0">
              <a:sym typeface="Wingdings" panose="05000000000000000000" pitchFamily="2" charset="2"/>
            </a:endParaRPr>
          </a:p>
          <a:p>
            <a:r>
              <a:rPr lang="en-IN" sz="2400" dirty="0">
                <a:sym typeface="Wingdings" panose="05000000000000000000" pitchFamily="2" charset="2"/>
              </a:rPr>
              <a:t>All the condition should be satisfied </a:t>
            </a:r>
          </a:p>
          <a:p>
            <a:endParaRPr lang="en-IN" sz="2400" dirty="0">
              <a:sym typeface="Wingdings" panose="05000000000000000000" pitchFamily="2" charset="2"/>
            </a:endParaRPr>
          </a:p>
          <a:p>
            <a:r>
              <a:rPr lang="en-IN" sz="2400" dirty="0">
                <a:sym typeface="Wingdings" panose="05000000000000000000" pitchFamily="2" charset="2"/>
              </a:rPr>
              <a:t>&amp;&amp;  AND operator to be used like this </a:t>
            </a:r>
          </a:p>
        </p:txBody>
      </p:sp>
    </p:spTree>
    <p:extLst>
      <p:ext uri="{BB962C8B-B14F-4D97-AF65-F5344CB8AC3E}">
        <p14:creationId xmlns:p14="http://schemas.microsoft.com/office/powerpoint/2010/main" val="2763444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256BB8-C3DA-DC0A-ACDE-42054724C486}"/>
              </a:ext>
            </a:extLst>
          </p:cNvPr>
          <p:cNvSpPr txBox="1"/>
          <p:nvPr/>
        </p:nvSpPr>
        <p:spPr>
          <a:xfrm>
            <a:off x="1015252" y="405696"/>
            <a:ext cx="1067472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aseline="30000" dirty="0"/>
          </a:p>
          <a:p>
            <a:endParaRPr lang="en-IN" baseline="30000" dirty="0"/>
          </a:p>
          <a:p>
            <a:endParaRPr lang="en-IN" sz="1800" baseline="30000" dirty="0"/>
          </a:p>
          <a:p>
            <a:r>
              <a:rPr lang="en-IN" baseline="30000" dirty="0"/>
              <a:t> </a:t>
            </a:r>
            <a:r>
              <a:rPr lang="en-IN" sz="1800" dirty="0"/>
              <a:t> </a:t>
            </a:r>
            <a:r>
              <a:rPr lang="en-IN" sz="2400" dirty="0"/>
              <a:t>8</a:t>
            </a:r>
            <a:r>
              <a:rPr lang="en-IN" sz="2400" baseline="30000" dirty="0"/>
              <a:t>th</a:t>
            </a:r>
            <a:r>
              <a:rPr lang="en-IN" sz="2400" dirty="0"/>
              <a:t> requirement </a:t>
            </a:r>
            <a:r>
              <a:rPr lang="en-IN" sz="2400" dirty="0">
                <a:sym typeface="Wingdings" panose="05000000000000000000" pitchFamily="2" charset="2"/>
              </a:rPr>
              <a:t> I want to see the data for Maharashtra region and only for Female employees</a:t>
            </a:r>
          </a:p>
          <a:p>
            <a:r>
              <a:rPr lang="en-IN" sz="2400" dirty="0">
                <a:sym typeface="Wingdings" panose="05000000000000000000" pitchFamily="2" charset="2"/>
              </a:rPr>
              <a:t>And we only want to see the records which contains the 8 column </a:t>
            </a:r>
          </a:p>
          <a:p>
            <a:endParaRPr lang="en-IN" sz="2400" dirty="0">
              <a:sym typeface="Wingdings" panose="05000000000000000000" pitchFamily="2" charset="2"/>
            </a:endParaRPr>
          </a:p>
          <a:p>
            <a:r>
              <a:rPr lang="en-IN" sz="2400" dirty="0">
                <a:sym typeface="Wingdings" panose="05000000000000000000" pitchFamily="2" charset="2"/>
              </a:rPr>
              <a:t>We can Achieve this with AND operator the way we used write in SQL</a:t>
            </a:r>
          </a:p>
          <a:p>
            <a:endParaRPr lang="en-IN" sz="2400" dirty="0">
              <a:sym typeface="Wingdings" panose="05000000000000000000" pitchFamily="2" charset="2"/>
            </a:endParaRPr>
          </a:p>
          <a:p>
            <a:r>
              <a:rPr lang="en-IN" sz="2400" dirty="0">
                <a:sym typeface="Wingdings" panose="05000000000000000000" pitchFamily="2" charset="2"/>
              </a:rPr>
              <a:t>All the condition should be satisfied</a:t>
            </a:r>
          </a:p>
          <a:p>
            <a:endParaRPr lang="en-IN" sz="2400" dirty="0">
              <a:sym typeface="Wingdings" panose="05000000000000000000" pitchFamily="2" charset="2"/>
            </a:endParaRPr>
          </a:p>
          <a:p>
            <a:endParaRPr lang="en-IN" sz="2400" dirty="0">
              <a:sym typeface="Wingdings" panose="05000000000000000000" pitchFamily="2" charset="2"/>
            </a:endParaRPr>
          </a:p>
          <a:p>
            <a:r>
              <a:rPr lang="en-IN" sz="2400" dirty="0">
                <a:sym typeface="Wingdings" panose="05000000000000000000" pitchFamily="2" charset="2"/>
              </a:rPr>
              <a:t>awk -F "|" 'NF==8 &amp;&amp; $4~/Female/ &amp;&amp; $6~/Maharashtra/ {print}' employee.txt &gt; Femaledata.txt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1738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10C487-CC38-F086-56B7-1460335DD1F5}"/>
              </a:ext>
            </a:extLst>
          </p:cNvPr>
          <p:cNvSpPr txBox="1"/>
          <p:nvPr/>
        </p:nvSpPr>
        <p:spPr>
          <a:xfrm>
            <a:off x="600635" y="503926"/>
            <a:ext cx="111520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9</a:t>
            </a:r>
            <a:r>
              <a:rPr lang="en-IN" baseline="30000" dirty="0"/>
              <a:t>th</a:t>
            </a:r>
            <a:r>
              <a:rPr lang="en-IN" dirty="0"/>
              <a:t> </a:t>
            </a:r>
            <a:r>
              <a:rPr lang="en-IN" sz="1800" dirty="0"/>
              <a:t>requirement </a:t>
            </a:r>
            <a:r>
              <a:rPr lang="en-IN" sz="1800" dirty="0">
                <a:sym typeface="Wingdings" panose="05000000000000000000" pitchFamily="2" charset="2"/>
              </a:rPr>
              <a:t> Another Method of using multiple filter condition on a dataset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sz="1800" b="1" dirty="0">
                <a:sym typeface="Wingdings" panose="05000000000000000000" pitchFamily="2" charset="2"/>
              </a:rPr>
              <a:t>Employee Belongs to Maharashtra and age should be less or equals to 30 </a:t>
            </a:r>
          </a:p>
          <a:p>
            <a:endParaRPr lang="en-IN" b="1" dirty="0">
              <a:sym typeface="Wingdings" panose="05000000000000000000" pitchFamily="2" charset="2"/>
            </a:endParaRPr>
          </a:p>
          <a:p>
            <a:r>
              <a:rPr lang="en-IN" sz="1800" dirty="0" err="1">
                <a:sym typeface="Wingdings" panose="05000000000000000000" pitchFamily="2" charset="2"/>
              </a:rPr>
              <a:t>sed</a:t>
            </a:r>
            <a:r>
              <a:rPr lang="en-IN" sz="1800" dirty="0">
                <a:sym typeface="Wingdings" panose="05000000000000000000" pitchFamily="2" charset="2"/>
              </a:rPr>
              <a:t> -n '/Maharashtra/</a:t>
            </a:r>
            <a:r>
              <a:rPr lang="en-IN" sz="1800" dirty="0" err="1">
                <a:sym typeface="Wingdings" panose="05000000000000000000" pitchFamily="2" charset="2"/>
              </a:rPr>
              <a:t>ip</a:t>
            </a:r>
            <a:r>
              <a:rPr lang="en-IN" sz="1800" dirty="0">
                <a:sym typeface="Wingdings" panose="05000000000000000000" pitchFamily="2" charset="2"/>
              </a:rPr>
              <a:t>' employee.txt | awk -F "|" ‘$5 &lt;= 30{print}’ &gt;test.txt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1495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A444BB-65A0-629C-5C4F-0F9A2DF4302D}"/>
              </a:ext>
            </a:extLst>
          </p:cNvPr>
          <p:cNvSpPr txBox="1"/>
          <p:nvPr/>
        </p:nvSpPr>
        <p:spPr>
          <a:xfrm>
            <a:off x="656663" y="756227"/>
            <a:ext cx="10414747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aseline="30000" dirty="0"/>
              <a:t>10th</a:t>
            </a:r>
            <a:r>
              <a:rPr lang="en-IN" sz="2800" dirty="0"/>
              <a:t> </a:t>
            </a:r>
            <a:r>
              <a:rPr lang="en-IN" sz="1800" dirty="0"/>
              <a:t>requirement </a:t>
            </a:r>
            <a:r>
              <a:rPr lang="en-IN" sz="1800" dirty="0">
                <a:sym typeface="Wingdings" panose="05000000000000000000" pitchFamily="2" charset="2"/>
              </a:rPr>
              <a:t> Another Method of using multiple filter condition on a dataset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sz="1800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sz="2800" dirty="0">
                <a:sym typeface="Wingdings" panose="05000000000000000000" pitchFamily="2" charset="2"/>
              </a:rPr>
              <a:t>Employee Belongs to Maharashtra and age should be less or equals to 30 and whose name starts with A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dirty="0" err="1">
                <a:sym typeface="Wingdings" panose="05000000000000000000" pitchFamily="2" charset="2"/>
              </a:rPr>
              <a:t>sed</a:t>
            </a:r>
            <a:r>
              <a:rPr lang="en-IN" dirty="0">
                <a:sym typeface="Wingdings" panose="05000000000000000000" pitchFamily="2" charset="2"/>
              </a:rPr>
              <a:t> -n '/Maharashtra/p' emp.txt | awk -F "|" '$5&lt;=30 {print}' | awk -F "|" '$2~/^A.*/{print}’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dirty="0">
                <a:sym typeface="Wingdings" panose="05000000000000000000" pitchFamily="2" charset="2"/>
              </a:rPr>
              <a:t>We are not using emp.txt in the second and third command because we are passing the </a:t>
            </a:r>
            <a:r>
              <a:rPr lang="en-IN" dirty="0" err="1">
                <a:sym typeface="Wingdings" panose="05000000000000000000" pitchFamily="2" charset="2"/>
              </a:rPr>
              <a:t>datastream</a:t>
            </a:r>
            <a:r>
              <a:rPr lang="en-IN" dirty="0">
                <a:sym typeface="Wingdings" panose="05000000000000000000" pitchFamily="2" charset="2"/>
              </a:rPr>
              <a:t> from the first and second command</a:t>
            </a:r>
          </a:p>
        </p:txBody>
      </p:sp>
    </p:spTree>
    <p:extLst>
      <p:ext uri="{BB962C8B-B14F-4D97-AF65-F5344CB8AC3E}">
        <p14:creationId xmlns:p14="http://schemas.microsoft.com/office/powerpoint/2010/main" val="4257388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00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1C358E-3524-9EF6-C9A2-1B5064DAE48B}"/>
              </a:ext>
            </a:extLst>
          </p:cNvPr>
          <p:cNvSpPr txBox="1"/>
          <p:nvPr/>
        </p:nvSpPr>
        <p:spPr>
          <a:xfrm>
            <a:off x="943534" y="669702"/>
            <a:ext cx="10943665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baseline="30000" dirty="0">
                <a:sym typeface="Wingdings" panose="05000000000000000000" pitchFamily="2" charset="2"/>
              </a:rPr>
              <a:t>11th</a:t>
            </a:r>
            <a:r>
              <a:rPr lang="en-IN" sz="2400" dirty="0">
                <a:sym typeface="Wingdings" panose="05000000000000000000" pitchFamily="2" charset="2"/>
              </a:rPr>
              <a:t> Requirement  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sz="1800" dirty="0">
                <a:sym typeface="Wingdings" panose="05000000000000000000" pitchFamily="2" charset="2"/>
              </a:rPr>
              <a:t>Employee Belongs to Maharashtra and age should be less or equals to 30 and the record should contains exactly 8 columns.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sz="1800" dirty="0" err="1">
                <a:sym typeface="Wingdings" panose="05000000000000000000" pitchFamily="2" charset="2"/>
              </a:rPr>
              <a:t>sed</a:t>
            </a:r>
            <a:r>
              <a:rPr lang="en-IN" sz="1800" dirty="0">
                <a:sym typeface="Wingdings" panose="05000000000000000000" pitchFamily="2" charset="2"/>
              </a:rPr>
              <a:t> -n '/Maharashtra/Ip' employee.txt | awk -F "|" '$5&lt;= 30{print}' | awk -F "|" 'NF==8 {print}' &gt;test.txt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sz="1800" dirty="0">
                <a:sym typeface="Wingdings" panose="05000000000000000000" pitchFamily="2" charset="2"/>
              </a:rPr>
              <a:t>There are 3 portions of the above command 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dirty="0">
                <a:sym typeface="Wingdings" panose="05000000000000000000" pitchFamily="2" charset="2"/>
              </a:rPr>
              <a:t>The first one is with </a:t>
            </a:r>
            <a:r>
              <a:rPr lang="en-IN" dirty="0" err="1">
                <a:sym typeface="Wingdings" panose="05000000000000000000" pitchFamily="2" charset="2"/>
              </a:rPr>
              <a:t>sed</a:t>
            </a:r>
            <a:r>
              <a:rPr lang="en-IN" dirty="0">
                <a:sym typeface="Wingdings" panose="05000000000000000000" pitchFamily="2" charset="2"/>
              </a:rPr>
              <a:t> , the second one is with awk and the third one is also with awk 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b="1" dirty="0">
                <a:sym typeface="Wingdings" panose="05000000000000000000" pitchFamily="2" charset="2"/>
              </a:rPr>
              <a:t>The Above command can be written like this as well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dirty="0" err="1">
                <a:sym typeface="Wingdings" panose="05000000000000000000" pitchFamily="2" charset="2"/>
              </a:rPr>
              <a:t>sed</a:t>
            </a:r>
            <a:r>
              <a:rPr lang="en-IN" dirty="0">
                <a:sym typeface="Wingdings" panose="05000000000000000000" pitchFamily="2" charset="2"/>
              </a:rPr>
              <a:t> -n '/Maharashtra/Ip' employee.txt | awk -F "|" '$5&lt;= 30 &amp;&amp; NF==8 {print}' &gt;records.txt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dirty="0">
                <a:sym typeface="Wingdings" panose="05000000000000000000" pitchFamily="2" charset="2"/>
              </a:rPr>
              <a:t>This command has only 2 portions </a:t>
            </a:r>
          </a:p>
          <a:p>
            <a:endParaRPr lang="en-IN" sz="1800" dirty="0">
              <a:sym typeface="Wingdings" panose="05000000000000000000" pitchFamily="2" charset="2"/>
            </a:endParaRPr>
          </a:p>
          <a:p>
            <a:endParaRPr lang="en-IN" sz="1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97747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E1C155-1C4E-F1F1-4000-C822E3DB813C}"/>
              </a:ext>
            </a:extLst>
          </p:cNvPr>
          <p:cNvSpPr txBox="1"/>
          <p:nvPr/>
        </p:nvSpPr>
        <p:spPr>
          <a:xfrm>
            <a:off x="1051112" y="2016623"/>
            <a:ext cx="8164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awk -F "|" '$7~/director/ || $7 ~ /chairman/{print}' employee.txt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5FFC0-AE1B-64A5-0792-B8CA65D9FA62}"/>
              </a:ext>
            </a:extLst>
          </p:cNvPr>
          <p:cNvSpPr txBox="1"/>
          <p:nvPr/>
        </p:nvSpPr>
        <p:spPr>
          <a:xfrm>
            <a:off x="809065" y="666980"/>
            <a:ext cx="91327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aseline="30000" dirty="0">
                <a:sym typeface="Wingdings" panose="05000000000000000000" pitchFamily="2" charset="2"/>
              </a:rPr>
              <a:t>12th</a:t>
            </a:r>
            <a:r>
              <a:rPr lang="en-IN" sz="3600" dirty="0">
                <a:sym typeface="Wingdings" panose="05000000000000000000" pitchFamily="2" charset="2"/>
              </a:rPr>
              <a:t> Requirement </a:t>
            </a:r>
            <a:r>
              <a:rPr lang="en-IN" dirty="0">
                <a:sym typeface="Wingdings" panose="05000000000000000000" pitchFamily="2" charset="2"/>
              </a:rPr>
              <a:t>  data with OR operator ||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dirty="0">
                <a:sym typeface="Wingdings" panose="05000000000000000000" pitchFamily="2" charset="2"/>
              </a:rPr>
              <a:t>Display the data for chairman and director</a:t>
            </a:r>
          </a:p>
        </p:txBody>
      </p:sp>
    </p:spTree>
    <p:extLst>
      <p:ext uri="{BB962C8B-B14F-4D97-AF65-F5344CB8AC3E}">
        <p14:creationId xmlns:p14="http://schemas.microsoft.com/office/powerpoint/2010/main" val="1466064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5A957C-0E92-6F29-A5AB-524E895B0513}"/>
              </a:ext>
            </a:extLst>
          </p:cNvPr>
          <p:cNvSpPr txBox="1"/>
          <p:nvPr/>
        </p:nvSpPr>
        <p:spPr>
          <a:xfrm>
            <a:off x="558052" y="668795"/>
            <a:ext cx="84245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13</a:t>
            </a:r>
            <a:r>
              <a:rPr lang="en-IN" baseline="30000" dirty="0"/>
              <a:t>th</a:t>
            </a:r>
            <a:r>
              <a:rPr lang="en-IN" dirty="0"/>
              <a:t> Requirement </a:t>
            </a:r>
            <a:r>
              <a:rPr lang="en-IN" dirty="0">
                <a:sym typeface="Wingdings" panose="05000000000000000000" pitchFamily="2" charset="2"/>
              </a:rPr>
              <a:t> whose name contains </a:t>
            </a:r>
            <a:r>
              <a:rPr lang="en-IN" dirty="0" err="1">
                <a:sym typeface="Wingdings" panose="05000000000000000000" pitchFamily="2" charset="2"/>
              </a:rPr>
              <a:t>th</a:t>
            </a:r>
            <a:r>
              <a:rPr lang="en-IN" dirty="0">
                <a:sym typeface="Wingdings" panose="05000000000000000000" pitchFamily="2" charset="2"/>
              </a:rPr>
              <a:t> either in their first name or in their second name 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awk -F "|" '$2~/</a:t>
            </a:r>
            <a:r>
              <a:rPr lang="en-IN" dirty="0" err="1"/>
              <a:t>th</a:t>
            </a:r>
            <a:r>
              <a:rPr lang="en-IN" dirty="0"/>
              <a:t>/||$3~/</a:t>
            </a:r>
            <a:r>
              <a:rPr lang="en-IN" dirty="0" err="1"/>
              <a:t>th</a:t>
            </a:r>
            <a:r>
              <a:rPr lang="en-IN" dirty="0"/>
              <a:t>/{print}' emp.txt</a:t>
            </a:r>
          </a:p>
        </p:txBody>
      </p:sp>
    </p:spTree>
    <p:extLst>
      <p:ext uri="{BB962C8B-B14F-4D97-AF65-F5344CB8AC3E}">
        <p14:creationId xmlns:p14="http://schemas.microsoft.com/office/powerpoint/2010/main" val="3076794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06BFAB-B92B-AB22-3B7E-060E8AE54994}"/>
              </a:ext>
            </a:extLst>
          </p:cNvPr>
          <p:cNvSpPr txBox="1"/>
          <p:nvPr/>
        </p:nvSpPr>
        <p:spPr>
          <a:xfrm>
            <a:off x="629770" y="1675964"/>
            <a:ext cx="10477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awk -F "|" 'IGNORECASE=1 $6-/</a:t>
            </a:r>
            <a:r>
              <a:rPr lang="en-IN" dirty="0" err="1"/>
              <a:t>maharashtra</a:t>
            </a:r>
            <a:r>
              <a:rPr lang="en-IN" dirty="0"/>
              <a:t>/ &amp;&amp; $5&lt;=30 {print}' employee.txt &gt; emp_mh1.txt</a:t>
            </a:r>
          </a:p>
          <a:p>
            <a:endParaRPr lang="en-IN" dirty="0"/>
          </a:p>
          <a:p>
            <a:r>
              <a:rPr lang="en-IN" dirty="0"/>
              <a:t>In this command we have used $6-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0200C3-3EEA-BF9E-B19A-997030266733}"/>
              </a:ext>
            </a:extLst>
          </p:cNvPr>
          <p:cNvSpPr txBox="1"/>
          <p:nvPr/>
        </p:nvSpPr>
        <p:spPr>
          <a:xfrm>
            <a:off x="629770" y="711803"/>
            <a:ext cx="10567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ym typeface="Wingdings" panose="05000000000000000000" pitchFamily="2" charset="2"/>
              </a:rPr>
              <a:t>14th</a:t>
            </a:r>
            <a:r>
              <a:rPr lang="en-IN" dirty="0">
                <a:sym typeface="Wingdings" panose="05000000000000000000" pitchFamily="2" charset="2"/>
              </a:rPr>
              <a:t> Requirement  if we want to remove the case sensitivity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5179B8-9890-527E-380C-DE9B55BE02D4}"/>
              </a:ext>
            </a:extLst>
          </p:cNvPr>
          <p:cNvSpPr txBox="1"/>
          <p:nvPr/>
        </p:nvSpPr>
        <p:spPr>
          <a:xfrm>
            <a:off x="629770" y="2814482"/>
            <a:ext cx="104775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awk -F "|" 'IGNORECASE=1 $6~/Maharashtra/ &amp;&amp; $5&lt;=30 {print}' employee.txt &gt; emp_mh.txt_1</a:t>
            </a:r>
          </a:p>
          <a:p>
            <a:endParaRPr lang="en-IN" dirty="0"/>
          </a:p>
          <a:p>
            <a:r>
              <a:rPr lang="en-IN" dirty="0"/>
              <a:t>In this command we have used $6~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Check which is working in your case </a:t>
            </a:r>
          </a:p>
        </p:txBody>
      </p:sp>
    </p:spTree>
    <p:extLst>
      <p:ext uri="{BB962C8B-B14F-4D97-AF65-F5344CB8AC3E}">
        <p14:creationId xmlns:p14="http://schemas.microsoft.com/office/powerpoint/2010/main" val="3820517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9709" y="598516"/>
            <a:ext cx="1014984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Advantage with </a:t>
            </a:r>
            <a:r>
              <a:rPr lang="en-IN" sz="4000" dirty="0" err="1"/>
              <a:t>awk</a:t>
            </a:r>
            <a:r>
              <a:rPr lang="en-IN" sz="4000" dirty="0"/>
              <a:t> command it can handle multi symbol delimiter </a:t>
            </a:r>
          </a:p>
          <a:p>
            <a:endParaRPr lang="en-IN" sz="4000" dirty="0"/>
          </a:p>
          <a:p>
            <a:r>
              <a:rPr lang="en-IN" sz="4000" dirty="0"/>
              <a:t>like |~| in your file</a:t>
            </a:r>
          </a:p>
        </p:txBody>
      </p:sp>
    </p:spTree>
    <p:extLst>
      <p:ext uri="{BB962C8B-B14F-4D97-AF65-F5344CB8AC3E}">
        <p14:creationId xmlns:p14="http://schemas.microsoft.com/office/powerpoint/2010/main" val="396665257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42527</TotalTime>
  <Words>944</Words>
  <Application>Microsoft Office PowerPoint</Application>
  <PresentationFormat>Widescreen</PresentationFormat>
  <Paragraphs>119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Banu A, Ashika</cp:lastModifiedBy>
  <cp:revision>88</cp:revision>
  <dcterms:created xsi:type="dcterms:W3CDTF">2021-03-04T12:19:34Z</dcterms:created>
  <dcterms:modified xsi:type="dcterms:W3CDTF">2026-02-19T10:09:14Z</dcterms:modified>
</cp:coreProperties>
</file>